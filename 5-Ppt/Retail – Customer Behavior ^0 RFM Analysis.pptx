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203D3-DA01-2B24-6D87-C45E2C3B3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F1622-E20A-0691-60D8-9479CA37F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BA8E2-AC84-9E17-1BF5-E3BD408EC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5D5C5-045F-811B-C7A8-B2A242CA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1365E-9E7F-54B3-B577-090670CE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CFB7-9DCC-4C4C-4CBB-B67C0A82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EFE3D-68F5-8450-25A1-D5DA139B7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DA04A-DFB8-26B8-914A-33F179C9C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9F279-0011-1770-66B6-AAF64C80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1104F-B0DD-4FFF-44D1-A6B822B8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93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4E82-D0F7-3662-2C35-BE4366CBE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B4F5A-6346-1F44-9637-BCBA47FD1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AFA70-3497-EBF9-DB7A-4DE1C2E4D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263B3-8ABE-ED0A-1744-37494513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4FB85-0C88-8381-1124-602C278A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6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C479-8B2B-E97B-7619-F79044F8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D15C1-B7F3-0A04-1A1F-2DC451DAE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A1681-48AC-41AC-D29B-A83352829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BC2E1-A081-23F0-B3EE-F0EC01B9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22250-E0DE-2DA6-EB7C-DCD927A5B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49371-B5C5-814F-57CB-5F300785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6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B0F5-1F81-C196-E78C-59498666B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92096-D081-895A-A460-4C2368E52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8BB35-ED69-35D6-0A34-8B287123E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245A2-D7FE-3343-0BC9-B95939186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DA961-DE93-AAAA-FB43-EDD17A165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F44641-DFD3-BDEE-F5A7-393894E3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B52B2-EE03-4E0D-2CA7-8497D0A4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7CD5F9-A20B-FAA6-B619-D22EFE3A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6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B5178-C2D5-4DA9-22D3-B4CC0F38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BFA0D-3F73-F337-E2DA-692ED45CA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56E44-3B7F-BF6F-3C49-1112EBCA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4BC7D3-922C-EDE1-12A9-440E788C9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93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98AC41-F5DF-D68C-4770-57994125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25BF87-4D36-1A0B-4E5A-3E43815C4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46BAB-A8F0-02A6-217B-E15D65E25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0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8ECDE-1542-F2DE-B01F-A8356FAE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42E39-9B32-663A-9CAB-F48B4B3EA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B38A7-0626-7886-3CD1-9BE1C87CF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1B702-5DBB-B4C5-8D17-E9C70833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84727-3728-3660-8F5A-0FBDE17FC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DDB41-380A-95D6-AFDE-0B73B647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60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8388-4AF2-4CA4-0CFE-597FAD88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995498-F302-96FA-1E57-D342450A4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7746C-F852-69AF-6C06-57DB17A73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85869-2803-EFBA-A714-8B42905C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1693F-917B-FD01-B5D8-0E9E3257E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C0CDF-3042-908C-F250-1821546F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15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372B4-A615-8BF0-94BD-FAE90969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CB6FE-BED2-15DE-2602-3B9570FCC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8B6D2-D49A-1FD1-AEB3-8F0D02280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F2AF6-5E7A-A08C-7391-93A8A4E9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C5AB5-42DC-F37B-3920-E35D2875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22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97084C-F6A7-47A7-E04C-49899F2F3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ADA82-0518-0032-2C2E-2B9DF2FF3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5BD0E-D9AB-ADE1-509A-8F8FC61E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F40CF-92E3-E778-B731-BD1CD755D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E4AF5-4B61-B07B-F013-374684D6D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10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6E91F1-8B67-0B60-5DD5-4B5C49172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B24D7-A535-4B58-EA36-4CB23B05C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767A2-B50E-BF71-FCED-5AB166E44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78D0F-029E-4483-A9E7-09EA85316C4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F40B5-6804-0755-B3D5-08EBE2305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C2143-0F44-9BE6-5237-B3E1695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CC714-9811-47CC-8C78-16CB5D05B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9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2B89C-85BC-A5F2-54EF-EA456F5F5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Retail – Customer Behavior &amp; RFM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16EEA-6A1F-F7DE-D481-1275C319D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4830" y="4907756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                                                                                                                        Presented by : Group 3</a:t>
            </a:r>
          </a:p>
          <a:p>
            <a:r>
              <a:rPr lang="en-US" dirty="0"/>
              <a:t>                                                                                                            Abhishek Prasad</a:t>
            </a:r>
          </a:p>
          <a:p>
            <a:r>
              <a:rPr lang="en-US" dirty="0"/>
              <a:t>                                                                                                        Sohani Behera</a:t>
            </a:r>
          </a:p>
          <a:p>
            <a:r>
              <a:rPr lang="en-US" dirty="0"/>
              <a:t>                                                                                                                      Blessen Joel Gorinkala</a:t>
            </a:r>
          </a:p>
          <a:p>
            <a:r>
              <a:rPr lang="en-US" dirty="0"/>
              <a:t>                                                                                                        Khushi Mishra</a:t>
            </a:r>
          </a:p>
        </p:txBody>
      </p:sp>
    </p:spTree>
    <p:extLst>
      <p:ext uri="{BB962C8B-B14F-4D97-AF65-F5344CB8AC3E}">
        <p14:creationId xmlns:p14="http://schemas.microsoft.com/office/powerpoint/2010/main" val="415132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85D5-F739-0C25-5134-ED5AAEC5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01692-F488-B904-54B7-15EEE4B63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This project analyzes retail customer purchasing behavior</a:t>
            </a:r>
          </a:p>
          <a:p>
            <a:r>
              <a:rPr lang="en-US" sz="2000" dirty="0"/>
              <a:t>Uses RFM (Recency, Frequency, Monetary) analysis</a:t>
            </a:r>
          </a:p>
          <a:p>
            <a:r>
              <a:rPr lang="en-US" sz="2000" dirty="0"/>
              <a:t>Customers are segmented into meaningful groups</a:t>
            </a:r>
          </a:p>
          <a:p>
            <a:r>
              <a:rPr lang="en-US" sz="2000" dirty="0"/>
              <a:t>Insights are visualized using a Power BI dashboard</a:t>
            </a:r>
          </a:p>
          <a:p>
            <a:r>
              <a:rPr lang="en-US" sz="2000" dirty="0"/>
              <a:t>Helps businesses improve customer retention and revenue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24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4331-FE47-3606-2B85-3DEEDBEA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Problem: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937F9-B578-1DD7-6959-EAC2AAAB0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Retail businesses have large volumes of customer data</a:t>
            </a:r>
          </a:p>
          <a:p>
            <a:r>
              <a:rPr lang="en-US" sz="2000" dirty="0"/>
              <a:t>Difficult to identify: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High-value 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Loyal 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At-risk customers     </a:t>
            </a:r>
          </a:p>
          <a:p>
            <a:r>
              <a:rPr lang="en-US" sz="2000" dirty="0"/>
              <a:t>Without segmentation, marketing efforts are inefficient</a:t>
            </a:r>
            <a:br>
              <a:rPr lang="en-US" sz="2000" dirty="0"/>
            </a:br>
            <a:br>
              <a:rPr lang="en-US" sz="1800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231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E73D-B45F-7EE1-BEB1-0C959920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EFF88-4542-6F7B-185C-75BEC4E88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Retail transactional data</a:t>
            </a:r>
          </a:p>
          <a:p>
            <a:r>
              <a:rPr lang="en-US" sz="2000" dirty="0"/>
              <a:t>Each row represents a customer purchase</a:t>
            </a:r>
          </a:p>
          <a:p>
            <a:r>
              <a:rPr lang="en-US" sz="2000" dirty="0"/>
              <a:t>After processing: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Total Customers: 329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Total Revenue: 103.92K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Average Monetary Value: 315.85</a:t>
            </a:r>
          </a:p>
        </p:txBody>
      </p:sp>
    </p:spTree>
    <p:extLst>
      <p:ext uri="{BB962C8B-B14F-4D97-AF65-F5344CB8AC3E}">
        <p14:creationId xmlns:p14="http://schemas.microsoft.com/office/powerpoint/2010/main" val="2118322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364C-9C56-04E5-0CE6-F5EA2158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Workflow: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2C7C9-CB1C-730E-0739-516526413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project followed a structured, step-by-step workflow: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                               Raw Data   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                 ↓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    Initial Data Cleaning   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                 ↓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Advanced Data Preparation   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                 ↓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       RFM Analysis   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                 ↓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Customer Segmentation   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                 ↓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   Power BI Dashboard  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                 ↓</a:t>
            </a:r>
            <a:br>
              <a:rPr lang="en-US" sz="2000" dirty="0"/>
            </a:br>
            <a:r>
              <a:rPr lang="en-US" sz="2000" dirty="0"/>
              <a:t>                                                             Business 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141361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D0FB-2FD5-4409-8304-511C5DE4D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 – Initial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4B169-D592-39B8-61EE-C87A8F7E0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Removed missing Customer IDs</a:t>
            </a:r>
          </a:p>
          <a:p>
            <a:r>
              <a:rPr lang="en-US" sz="2000" dirty="0"/>
              <a:t>Removed invalid or duplicate records</a:t>
            </a:r>
          </a:p>
          <a:p>
            <a:r>
              <a:rPr lang="en-US" sz="2000" dirty="0"/>
              <a:t>Corrected data types (date, numeric values)</a:t>
            </a:r>
          </a:p>
          <a:p>
            <a:r>
              <a:rPr lang="en-US" sz="2000" dirty="0"/>
              <a:t>Handled negative values caused by returns</a:t>
            </a:r>
            <a:br>
              <a:rPr lang="en-US" sz="2000" dirty="0"/>
            </a:br>
            <a:br>
              <a:rPr lang="en-US" sz="2000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88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0A727-E54B-A316-A579-F49C5ED1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 – Advanced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CE42B-9CB8-F908-6A2C-C4F1C225A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Calculated Total Amount for each transaction</a:t>
            </a:r>
          </a:p>
          <a:p>
            <a:r>
              <a:rPr lang="en-US" sz="2000" dirty="0"/>
              <a:t>Aggregated data at customer level</a:t>
            </a:r>
          </a:p>
          <a:p>
            <a:r>
              <a:rPr lang="en-US" sz="2000" dirty="0"/>
              <a:t>Prepared data structure for RFM calculations</a:t>
            </a:r>
          </a:p>
          <a:p>
            <a:r>
              <a:rPr lang="en-US" sz="2000" dirty="0"/>
              <a:t>Ensured consistency across transactions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77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56F2-AF9F-1DAF-040C-AED4D153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 – RFM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A281D-7D44-DC4E-E23A-1E207978D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What is RFM?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Recency: How recently a customer purchased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Frequency: How often the customer purchased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Monetary: How much the customer spent</a:t>
            </a:r>
          </a:p>
          <a:p>
            <a:r>
              <a:rPr lang="en-US" sz="2000" dirty="0"/>
              <a:t>What was done?</a:t>
            </a:r>
            <a:br>
              <a:rPr lang="en-US" sz="2000" dirty="0"/>
            </a:br>
            <a:r>
              <a:rPr lang="en-US" sz="2000" dirty="0"/>
              <a:t>Calculated R, F, M values per customer</a:t>
            </a:r>
            <a:br>
              <a:rPr lang="en-US" sz="2000" dirty="0"/>
            </a:br>
            <a:r>
              <a:rPr lang="en-US" sz="2000" dirty="0"/>
              <a:t>Assigned scores using quantile-based logic</a:t>
            </a:r>
          </a:p>
        </p:txBody>
      </p:sp>
    </p:spTree>
    <p:extLst>
      <p:ext uri="{BB962C8B-B14F-4D97-AF65-F5344CB8AC3E}">
        <p14:creationId xmlns:p14="http://schemas.microsoft.com/office/powerpoint/2010/main" val="371180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F3965-7D33-A340-1D50-8FC4EE93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 – Customer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0D4CA-7D2F-1C44-1A43-ACB583267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Based on RFM scores, customers were grouped into: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Champions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Loyal 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New 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At Risk 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Lost 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Others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7651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5DCF6-34F7-C390-E25E-2FE5F68C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 – Dashboard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7F03C-74BA-83BD-5ADB-F2DB2761E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KPI Cards: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Total Customers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Total Revenue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Average Monetary</a:t>
            </a:r>
          </a:p>
          <a:p>
            <a:r>
              <a:rPr lang="en-US" sz="2000" dirty="0"/>
              <a:t>Customer segment distribution </a:t>
            </a:r>
          </a:p>
          <a:p>
            <a:r>
              <a:rPr lang="en-US" sz="2000" dirty="0"/>
              <a:t>Revenue by segment</a:t>
            </a:r>
          </a:p>
          <a:p>
            <a:r>
              <a:rPr lang="en-US" sz="2000" dirty="0"/>
              <a:t>Top 10 customers</a:t>
            </a:r>
          </a:p>
          <a:p>
            <a:r>
              <a:rPr lang="en-US" sz="2000" dirty="0"/>
              <a:t>Frequency vs Monetary behavior analysis</a:t>
            </a:r>
          </a:p>
        </p:txBody>
      </p:sp>
    </p:spTree>
    <p:extLst>
      <p:ext uri="{BB962C8B-B14F-4D97-AF65-F5344CB8AC3E}">
        <p14:creationId xmlns:p14="http://schemas.microsoft.com/office/powerpoint/2010/main" val="1541607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25BAF-8B82-1A29-5209-392A0D1C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4B37-B902-C151-6EAC-40E3B3EC2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Champions and Loyal Customers generate most revenue </a:t>
            </a:r>
          </a:p>
          <a:p>
            <a:r>
              <a:rPr lang="en-US" sz="2000" dirty="0"/>
              <a:t>Small customer group contributes disproportionately </a:t>
            </a:r>
          </a:p>
          <a:p>
            <a:r>
              <a:rPr lang="en-US" sz="2000" dirty="0"/>
              <a:t>Loyal Customers form the largest base</a:t>
            </a:r>
          </a:p>
          <a:p>
            <a:r>
              <a:rPr lang="en-US" sz="2000" dirty="0"/>
              <a:t>At Risk and Lost Customers need re-engagement</a:t>
            </a:r>
          </a:p>
        </p:txBody>
      </p:sp>
    </p:spTree>
    <p:extLst>
      <p:ext uri="{BB962C8B-B14F-4D97-AF65-F5344CB8AC3E}">
        <p14:creationId xmlns:p14="http://schemas.microsoft.com/office/powerpoint/2010/main" val="3269885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7B73-4604-6A02-07D0-72BABC030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1B348-5C0D-8054-54A3-0BA7FE0F5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Retain high-value customers with loyalty programs</a:t>
            </a:r>
          </a:p>
          <a:p>
            <a:r>
              <a:rPr lang="en-US" sz="2000" dirty="0"/>
              <a:t>Re-engage at-risk customers using targeted campaigns</a:t>
            </a:r>
          </a:p>
          <a:p>
            <a:r>
              <a:rPr lang="en-US" sz="2000" dirty="0"/>
              <a:t>Nurture new customers to improve lifetime value</a:t>
            </a:r>
          </a:p>
        </p:txBody>
      </p:sp>
    </p:spTree>
    <p:extLst>
      <p:ext uri="{BB962C8B-B14F-4D97-AF65-F5344CB8AC3E}">
        <p14:creationId xmlns:p14="http://schemas.microsoft.com/office/powerpoint/2010/main" val="3431537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BBFDC-BC89-5311-4E30-3B02A53FD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1843D-71AC-626B-87A0-AF50A6DDF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RFM analysis effectively segments retail customers</a:t>
            </a:r>
          </a:p>
          <a:p>
            <a:r>
              <a:rPr lang="en-US" sz="2000" dirty="0"/>
              <a:t>Power BI dashboard simplifies insight consumption</a:t>
            </a:r>
          </a:p>
          <a:p>
            <a:r>
              <a:rPr lang="en-US" sz="2000" dirty="0"/>
              <a:t>Project demonstrates end-to-end data analysis workflow</a:t>
            </a:r>
          </a:p>
          <a:p>
            <a:r>
              <a:rPr lang="en-US" sz="2000" dirty="0"/>
              <a:t>Supports data-driven retail strategies</a:t>
            </a:r>
          </a:p>
        </p:txBody>
      </p:sp>
    </p:spTree>
    <p:extLst>
      <p:ext uri="{BB962C8B-B14F-4D97-AF65-F5344CB8AC3E}">
        <p14:creationId xmlns:p14="http://schemas.microsoft.com/office/powerpoint/2010/main" val="2205690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Retail – Customer Behavior &amp; RFM Analysis</vt:lpstr>
      <vt:lpstr>Project Overview:</vt:lpstr>
      <vt:lpstr>Business Problem:</vt:lpstr>
      <vt:lpstr>Dataset Overview:</vt:lpstr>
      <vt:lpstr>Project Workflow:</vt:lpstr>
      <vt:lpstr>Step 1 – Initial Data Cleaning</vt:lpstr>
      <vt:lpstr>Step 2 – Advanced Data Preparation</vt:lpstr>
      <vt:lpstr>Step 3 – RFM Analysis</vt:lpstr>
      <vt:lpstr>Step 4 – Customer Segmentation</vt:lpstr>
      <vt:lpstr>Step 5 – Dashboard Creation</vt:lpstr>
      <vt:lpstr>Key Insights:</vt:lpstr>
      <vt:lpstr>Business Recommendations: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sohani behera</dc:creator>
  <cp:lastModifiedBy>sohani behera</cp:lastModifiedBy>
  <cp:revision>1</cp:revision>
  <dcterms:created xsi:type="dcterms:W3CDTF">2026-02-26T12:18:00Z</dcterms:created>
  <dcterms:modified xsi:type="dcterms:W3CDTF">2026-02-26T12:18:42Z</dcterms:modified>
</cp:coreProperties>
</file>